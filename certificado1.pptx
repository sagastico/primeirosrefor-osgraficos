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56" autoAdjust="0"/>
  </p:normalViewPr>
  <p:slideViewPr>
    <p:cSldViewPr snapToGrid="0">
      <p:cViewPr varScale="1">
        <p:scale>
          <a:sx n="61" d="100"/>
          <a:sy n="61" d="100"/>
        </p:scale>
        <p:origin x="62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60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18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31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96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591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30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11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4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76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37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2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981196" y="2967335"/>
            <a:ext cx="32071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6039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464229" y="1757363"/>
            <a:ext cx="47225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wardian Script ITC" panose="030303020407070D0804" pitchFamily="66" charset="0"/>
              </a:rPr>
              <a:t>Certificado</a:t>
            </a:r>
            <a:endParaRPr lang="pt-BR" sz="7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dwardian Script ITC" panose="030303020407070D0804" pitchFamily="66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40" y="5068102"/>
            <a:ext cx="3231389" cy="1023938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471489" y="2967334"/>
            <a:ext cx="11315504" cy="168584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Certificamos o parecer </a:t>
            </a:r>
            <a:r>
              <a:rPr lang="pt-BR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______________________, </a:t>
            </a:r>
            <a:r>
              <a:rPr lang="pt-BR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que participou do I Seminário Local de Matemática e Química, que aconteceu nos dias 11,12 e 13 de novembro de 2016 no Instituto Federal do Maranhão – IFMA Campus Codó.</a:t>
            </a:r>
            <a:endParaRPr lang="pt-BR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0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Edwardian Script ITC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6</cp:revision>
  <dcterms:created xsi:type="dcterms:W3CDTF">2017-05-26T17:40:50Z</dcterms:created>
  <dcterms:modified xsi:type="dcterms:W3CDTF">2017-05-26T19:30:04Z</dcterms:modified>
</cp:coreProperties>
</file>