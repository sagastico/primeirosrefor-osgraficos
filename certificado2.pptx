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56" autoAdjust="0"/>
  </p:normalViewPr>
  <p:slideViewPr>
    <p:cSldViewPr snapToGrid="0">
      <p:cViewPr varScale="1">
        <p:scale>
          <a:sx n="61" d="100"/>
          <a:sy n="61" d="100"/>
        </p:scale>
        <p:origin x="58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560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187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39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631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96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0591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30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4118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046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276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37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82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981196" y="2967335"/>
            <a:ext cx="320717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pt-B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860398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3464229" y="1757363"/>
            <a:ext cx="472250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7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dwardian Script ITC" panose="030303020407070D0804" pitchFamily="66" charset="0"/>
              </a:rPr>
              <a:t>Certificado</a:t>
            </a:r>
            <a:endParaRPr lang="pt-BR" sz="7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dwardian Script ITC" panose="030303020407070D0804" pitchFamily="66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40" y="5413057"/>
            <a:ext cx="3231389" cy="1023938"/>
          </a:xfrm>
          <a:prstGeom prst="rect">
            <a:avLst/>
          </a:prstGeom>
        </p:spPr>
      </p:pic>
      <p:sp>
        <p:nvSpPr>
          <p:cNvPr id="10" name="Retângulo 9"/>
          <p:cNvSpPr/>
          <p:nvPr/>
        </p:nvSpPr>
        <p:spPr>
          <a:xfrm>
            <a:off x="471488" y="2967334"/>
            <a:ext cx="11344275" cy="1974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Certificamos</a:t>
            </a:r>
            <a:r>
              <a:rPr lang="pt-B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o parecer _________________________, que participou do I Seminário Local de Matemática e Química, apresentando o trabalho intitulado </a:t>
            </a:r>
            <a:r>
              <a:rPr lang="pt-B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_____________________________</a:t>
            </a:r>
          </a:p>
          <a:p>
            <a:pPr>
              <a:lnSpc>
                <a:spcPct val="150000"/>
              </a:lnSpc>
            </a:pPr>
            <a:r>
              <a:rPr lang="pt-B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___________ que </a:t>
            </a:r>
            <a:r>
              <a:rPr lang="pt-B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aconteceu nos dias 11,12 e 13 de novembro de 2016 no Instituto Federal do Maranhão – IFMA Campus Codó.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90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Edwardian Script ITC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Aluno</dc:creator>
  <cp:lastModifiedBy>Aluno</cp:lastModifiedBy>
  <cp:revision>8</cp:revision>
  <dcterms:created xsi:type="dcterms:W3CDTF">2017-05-26T17:40:50Z</dcterms:created>
  <dcterms:modified xsi:type="dcterms:W3CDTF">2017-05-26T19:31:41Z</dcterms:modified>
</cp:coreProperties>
</file>