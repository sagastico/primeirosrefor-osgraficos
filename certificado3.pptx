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94656" autoAdjust="0"/>
  </p:normalViewPr>
  <p:slideViewPr>
    <p:cSldViewPr snapToGrid="0">
      <p:cViewPr varScale="1">
        <p:scale>
          <a:sx n="61" d="100"/>
          <a:sy n="61" d="100"/>
        </p:scale>
        <p:origin x="62" y="4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27479-6079-4F42-84A1-DE5F85B65505}" type="datetimeFigureOut">
              <a:rPr lang="pt-BR" smtClean="0"/>
              <a:t>26/05/2017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59C09-8A94-4724-B119-EBDD99A792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560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27479-6079-4F42-84A1-DE5F85B65505}" type="datetimeFigureOut">
              <a:rPr lang="pt-BR" smtClean="0"/>
              <a:t>26/05/2017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59C09-8A94-4724-B119-EBDD99A792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2187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27479-6079-4F42-84A1-DE5F85B65505}" type="datetimeFigureOut">
              <a:rPr lang="pt-BR" smtClean="0"/>
              <a:t>26/05/2017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59C09-8A94-4724-B119-EBDD99A792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397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27479-6079-4F42-84A1-DE5F85B65505}" type="datetimeFigureOut">
              <a:rPr lang="pt-BR" smtClean="0"/>
              <a:t>26/05/2017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59C09-8A94-4724-B119-EBDD99A792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6313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27479-6079-4F42-84A1-DE5F85B65505}" type="datetimeFigureOut">
              <a:rPr lang="pt-BR" smtClean="0"/>
              <a:t>26/05/2017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59C09-8A94-4724-B119-EBDD99A792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1966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27479-6079-4F42-84A1-DE5F85B65505}" type="datetimeFigureOut">
              <a:rPr lang="pt-BR" smtClean="0"/>
              <a:t>26/05/2017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59C09-8A94-4724-B119-EBDD99A792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0591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27479-6079-4F42-84A1-DE5F85B65505}" type="datetimeFigureOut">
              <a:rPr lang="pt-BR" smtClean="0"/>
              <a:t>26/05/2017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59C09-8A94-4724-B119-EBDD99A792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8308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27479-6079-4F42-84A1-DE5F85B65505}" type="datetimeFigureOut">
              <a:rPr lang="pt-BR" smtClean="0"/>
              <a:t>26/05/2017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59C09-8A94-4724-B119-EBDD99A792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4118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27479-6079-4F42-84A1-DE5F85B65505}" type="datetimeFigureOut">
              <a:rPr lang="pt-BR" smtClean="0"/>
              <a:t>26/05/2017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59C09-8A94-4724-B119-EBDD99A792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046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27479-6079-4F42-84A1-DE5F85B65505}" type="datetimeFigureOut">
              <a:rPr lang="pt-BR" smtClean="0"/>
              <a:t>26/05/2017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59C09-8A94-4724-B119-EBDD99A792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2767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27479-6079-4F42-84A1-DE5F85B65505}" type="datetimeFigureOut">
              <a:rPr lang="pt-BR" smtClean="0"/>
              <a:t>26/05/2017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59C09-8A94-4724-B119-EBDD99A792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4377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C27479-6079-4F42-84A1-DE5F85B65505}" type="datetimeFigureOut">
              <a:rPr lang="pt-BR" smtClean="0"/>
              <a:t>26/05/2017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259C09-8A94-4724-B119-EBDD99A792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828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2981196" y="2967335"/>
            <a:ext cx="320717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endParaRPr lang="pt-BR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860398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>
          <a:xfrm>
            <a:off x="3464229" y="1757363"/>
            <a:ext cx="472250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72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dwardian Script ITC" panose="030303020407070D0804" pitchFamily="66" charset="0"/>
              </a:rPr>
              <a:t>Certificado</a:t>
            </a:r>
            <a:endParaRPr lang="pt-BR" sz="7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Edwardian Script ITC" panose="030303020407070D0804" pitchFamily="66" charset="0"/>
            </a:endParaRPr>
          </a:p>
        </p:txBody>
      </p:sp>
      <p:sp>
        <p:nvSpPr>
          <p:cNvPr id="10" name="Retângulo 9"/>
          <p:cNvSpPr/>
          <p:nvPr/>
        </p:nvSpPr>
        <p:spPr>
          <a:xfrm>
            <a:off x="471488" y="2967334"/>
            <a:ext cx="11344275" cy="223984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Certificamos o parecer ______________________________, que participou do projeto de ensino intitulado “Levando educação nutricional para a comunidade”, que aconteceu no dia 25 de maio de 2016 na área de vivência do IFMA/Campus Codó, das 9:45 às 12:00h e das 15:00 às 17:00h.</a:t>
            </a:r>
            <a:endParaRPr lang="pt-BR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901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47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Edwardian Script ITC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Aluno</dc:creator>
  <cp:lastModifiedBy>Aluno</cp:lastModifiedBy>
  <cp:revision>8</cp:revision>
  <dcterms:created xsi:type="dcterms:W3CDTF">2017-05-26T17:40:50Z</dcterms:created>
  <dcterms:modified xsi:type="dcterms:W3CDTF">2017-05-26T19:34:33Z</dcterms:modified>
</cp:coreProperties>
</file>